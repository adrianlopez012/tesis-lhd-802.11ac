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802.11ac y no 5G privado?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ya son 802.11ac · sin licencia de espectro (5 GHz libre) · capacidad sobra para 1 LHD. 5G = evolución futura.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2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¿Simulación determinista sin shadowing?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metodológica: shadowing desestabiliza el roaming de NS-3. Variabilidad ±σ se analiza aparte (mapa + TamoGraph). Modelo conservador.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3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validó la propagación?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DISEÑO, no de campo. Modelo two-slope calibrado con el site survey TamoGraph real. Medición propia = trabajo futuro.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4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 se conecta al AP más cercano?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estable make-before-break (evita ping-pong). Enlace nunca baja de −72.1 dBm, 9.9 dB de margen. Traspaso &lt; 1 ms.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5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 señal atraviesa la roca?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 5 GHz la roca bloquea. La señal viaja por labores abiertas (galerías + cruceros), +10 dB por galería cruzada. Supuesto conservador.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6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metodología usó?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empatizar → definir → idear → prototipar (NS-3) → validar (TamoGraph). Centrado en la seguridad del operador.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7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¿Cuántas corridas? ¿Es casualidad?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simulaciones · 10 semillas independientes · media ± IC 95%. Respaldo estadístico, no una corrida afortunada.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8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principales (memorizar)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3 ms (≤20) · Vídeo 36 ms (≤150) · Jitter 0.28 ms · Throughput 40 Mbps · Disponibilidad 100%. TODOS cumplen.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9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¿Jitter 0.28 ms es creíble?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Enlace sin congestión = jitter mínimo (deseable). Medido con resolución fina 0.05 ms. Vídeo VBR H.264 aporta jitter realista.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10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¿Estrés de vídeo 50 Mbps falla?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falla. Comandos suben a 6.8 ms (&lt; 20). Demuestra margen de dimensionamiento + la priorización WMM protege el tráfico crítico.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11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cuesta?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cifra (no invento sin cotización). Inversión incremental sobre infra existente. Retorno: menos accidentes + continuidad. Cuantificar = futuro.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12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¿Cumple normativa peruana?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5 GHz uso libre (MTC) · D.S. 024-2016-EM (control de ingeniería) · Ley 29733 (datos del vídeo).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13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¿Limitación: solo simulación?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DECLARADO: tesis de gabinete. Diseño trazable y reproducible, validado vs survey real. Campo = trabajo futuro. Honestidad = rigor.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14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¿Solo un LHD?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alcance definido desde Cap. 1. Arquitectura escalable; multi-vehículo exige recalcular capacidad/interferencia = trabajo futuro.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15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rehicieras la tesis, ¿qué cambias?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 de campo propias + ray-tracing 3D para validación independiente + multi-vehículo. (= mis recomendaciones).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16 / 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0033A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para el Perú?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3448"/>
            </a:avLst>
          </a:prstGeom>
          <a:solidFill>
            <a:srgbClr val="EAF2FB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DEBO RECORDAR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subterránea peruana: accidentes fatales cada año. Sacar al operador del riesgo = camino replicable y de bajo costo a minería más segura.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2026-07-15T03:14:06Z</dcterms:created>
  <dcterms:modified xsi:type="dcterms:W3CDTF">2026-07-15T03:14:06Z</dcterms:modified>
</cp:coreProperties>
</file>